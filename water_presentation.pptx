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Water: The Essence of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Water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Essential for all known forms of life.</a:t>
            </a:r>
          </a:p>
          <a:p>
            <a:pPr lvl="1"/>
            <a:r>
              <a:t>Covers approximately 71% of the Earth's surface.</a:t>
            </a:r>
          </a:p>
          <a:p>
            <a:pPr lvl="1"/>
            <a:r>
              <a:t>Crucial for agriculture, industry, and recreation.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Properties of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Excellent Solvent: Dissolves many substances.</a:t>
            </a:r>
          </a:p>
          <a:p>
            <a:pPr lvl="1"/>
            <a:r>
              <a:t>High Heat Capacity: Regulates temperature.</a:t>
            </a:r>
          </a:p>
          <a:p>
            <a:pPr lvl="1"/>
            <a:r>
              <a:t>Cohesion and Adhesion: Allows water to move upwards in plants.</a:t>
            </a:r>
          </a:p>
          <a:p>
            <a:pPr lvl="1"/>
            <a:r>
              <a:t>Density: Ice is less dense than liquid water (important for aquatic life).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Water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Evaporation: Water turns into vapor.</a:t>
            </a:r>
          </a:p>
          <a:p>
            <a:pPr lvl="1"/>
            <a:r>
              <a:t>Condensation: Water vapor forms clouds.</a:t>
            </a:r>
          </a:p>
          <a:p>
            <a:pPr lvl="1"/>
            <a:r>
              <a:t>Precipitation: Water falls back to earth (rain, snow, etc.).</a:t>
            </a:r>
          </a:p>
          <a:p>
            <a:pPr lvl="1"/>
            <a:r>
              <a:t>Collection: Water gathers in rivers, lakes, and oceans.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Pollution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Sources: Industrial waste, agricultural runoff, sewage.</a:t>
            </a:r>
          </a:p>
          <a:p>
            <a:pPr lvl="1"/>
            <a:r>
              <a:t>Impacts: Harms aquatic life, contaminates drinking water.</a:t>
            </a:r>
          </a:p>
          <a:p>
            <a:pPr lvl="1"/>
            <a:r>
              <a:t>Solutions: Wastewater treatment, reducing pollution sources, conservation.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water usage at home: Shorter showers, fix leaks.</a:t>
            </a:r>
          </a:p>
          <a:p>
            <a:pPr lvl="1"/>
            <a:r>
              <a:t>Use water-efficient appliances and fixtures.</a:t>
            </a:r>
          </a:p>
          <a:p>
            <a:pPr lvl="1"/>
            <a:r>
              <a:t>Conserve water in agriculture: Efficient irrigation techniques.</a:t>
            </a:r>
          </a:p>
          <a:p>
            <a:pPr lvl="1"/>
            <a:r>
              <a:t>Protect water resources: Prevent pollution, conserve wetlands.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Water is a precious resource that we must protect and conserve for future generations.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