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latin typeface="Arial Black"/>
              </a:defRPr>
            </a:pPr>
            <a:r>
              <a:t>Water: The Essence of Life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>
                <a:latin typeface="Calibri"/>
              </a:defRPr>
            </a:pPr>
            <a:r>
              <a:t>A Presentation on the Importance of Water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latin typeface="Arial Black"/>
              </a:defRPr>
            </a:pPr>
            <a:r>
              <a:t>Properties of Water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latin typeface="Calibri"/>
              </a:defRPr>
            </a:pPr>
            <a:r>
              <a:t>Water is a unique substance with several remarkable properties:</a:t>
            </a:r>
          </a:p>
          <a:p>
            <a:pPr algn="l">
              <a:defRPr sz="2400">
                <a:latin typeface="Calibri"/>
              </a:defRPr>
            </a:pPr>
          </a:p>
          <a:p>
            <a:pPr algn="l">
              <a:defRPr sz="2400">
                <a:latin typeface="Calibri"/>
              </a:defRPr>
            </a:pPr>
            <a:r>
              <a:t>* Polarity: Water molecules are polar, leading to hydrogen bonding.</a:t>
            </a:r>
          </a:p>
          <a:p>
            <a:pPr algn="l">
              <a:defRPr sz="2400">
                <a:latin typeface="Calibri"/>
              </a:defRPr>
            </a:pPr>
            <a:r>
              <a:t>* High Specific Heat Capacity: Water resists temperature changes.</a:t>
            </a:r>
          </a:p>
          <a:p>
            <a:pPr algn="l">
              <a:defRPr sz="2400">
                <a:latin typeface="Calibri"/>
              </a:defRPr>
            </a:pPr>
            <a:r>
              <a:t>* Excellent Solvent: Water dissolves many substances.</a:t>
            </a:r>
          </a:p>
          <a:p>
            <a:pPr algn="l">
              <a:defRPr sz="2400">
                <a:latin typeface="Calibri"/>
              </a:defRPr>
            </a:pPr>
            <a:r>
              <a:t>* Cohesion and Adhesion: Water molecules stick to each other and other surfaces.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latin typeface="Arial Black"/>
              </a:defRPr>
            </a:pPr>
            <a:r>
              <a:t>The Importance of Water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latin typeface="Calibri"/>
              </a:defRPr>
            </a:pPr>
            <a:r>
              <a:t>Water is essential for:</a:t>
            </a:r>
          </a:p>
          <a:p>
            <a:pPr algn="l">
              <a:defRPr sz="2400">
                <a:latin typeface="Calibri"/>
              </a:defRPr>
            </a:pPr>
          </a:p>
          <a:p>
            <a:pPr algn="l">
              <a:defRPr sz="2400">
                <a:latin typeface="Calibri"/>
              </a:defRPr>
            </a:pPr>
            <a:r>
              <a:t>* Human consumption and health</a:t>
            </a:r>
          </a:p>
          <a:p>
            <a:pPr algn="l">
              <a:defRPr sz="2400">
                <a:latin typeface="Calibri"/>
              </a:defRPr>
            </a:pPr>
            <a:r>
              <a:t>* Agriculture and food production</a:t>
            </a:r>
          </a:p>
          <a:p>
            <a:pPr algn="l">
              <a:defRPr sz="2400">
                <a:latin typeface="Calibri"/>
              </a:defRPr>
            </a:pPr>
            <a:r>
              <a:t>* Industrial processes</a:t>
            </a:r>
          </a:p>
          <a:p>
            <a:pPr algn="l">
              <a:defRPr sz="2400">
                <a:latin typeface="Calibri"/>
              </a:defRPr>
            </a:pPr>
            <a:r>
              <a:t>* Ecosystem balance and biodiversity</a:t>
            </a:r>
          </a:p>
          <a:p>
            <a:pPr algn="l">
              <a:defRPr sz="2400">
                <a:latin typeface="Calibri"/>
              </a:defRPr>
            </a:pPr>
            <a:r>
              <a:t>* Climate regulation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latin typeface="Arial Black"/>
              </a:defRPr>
            </a:pPr>
            <a:r>
              <a:t>Water Conservation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latin typeface="Calibri"/>
              </a:defRPr>
            </a:pPr>
            <a:r>
              <a:t>Conserving water is crucial for a sustainable future.  We can all contribute by:</a:t>
            </a:r>
          </a:p>
          <a:p>
            <a:pPr algn="l">
              <a:defRPr sz="2400">
                <a:latin typeface="Calibri"/>
              </a:defRPr>
            </a:pPr>
          </a:p>
          <a:p>
            <a:pPr algn="l">
              <a:defRPr sz="2400">
                <a:latin typeface="Calibri"/>
              </a:defRPr>
            </a:pPr>
            <a:r>
              <a:t>* Reducing water usage at home</a:t>
            </a:r>
          </a:p>
          <a:p>
            <a:pPr algn="l">
              <a:defRPr sz="2400">
                <a:latin typeface="Calibri"/>
              </a:defRPr>
            </a:pPr>
            <a:r>
              <a:t>* Supporting sustainable agriculture</a:t>
            </a:r>
          </a:p>
          <a:p>
            <a:pPr algn="l">
              <a:defRPr sz="2400">
                <a:latin typeface="Calibri"/>
              </a:defRPr>
            </a:pPr>
            <a:r>
              <a:t>* Advocating for responsible water management policies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