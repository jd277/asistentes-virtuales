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Water: The Source of Life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An Overview of its Importance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Water?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transparent, odorless, tasteless liquid.</a:t>
            </a:r>
          </a:p>
          <a:p>
            <a:pPr lvl="1"/>
            <a:r>
              <a:t>Chemical formula: H2O</a:t>
            </a:r>
          </a:p>
          <a:p>
            <a:pPr lvl="1"/>
            <a:r>
              <a:t>Essential for all known forms of life.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Importance of Water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Human Body: ~55% to 78% water</a:t>
            </a:r>
          </a:p>
          <a:p>
            <a:pPr lvl="1"/>
            <a:r>
              <a:t>Drinking water: Hydration, regulates body temperature.</a:t>
            </a:r>
          </a:p>
          <a:p>
            <a:pPr lvl="1"/>
            <a:r>
              <a:t>Agriculture: Irrigation for crops.</a:t>
            </a:r>
          </a:p>
          <a:p>
            <a:pPr lvl="1"/>
            <a:r>
              <a:t>Industry: Cooling, cleaning, manufacturing.</a:t>
            </a:r>
          </a:p>
          <a:p>
            <a:pPr lvl="1"/>
            <a:r>
              <a:t>Ecosystems: Habitat for aquatic life, supports biodiversity.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Water Cycle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Evaporation: Water turns into vapor and rises.</a:t>
            </a:r>
          </a:p>
          <a:p>
            <a:pPr lvl="1"/>
            <a:r>
              <a:t>Condensation: Water vapor cools and forms clouds.</a:t>
            </a:r>
          </a:p>
          <a:p>
            <a:pPr lvl="1"/>
            <a:r>
              <a:t>Precipitation: Water falls back to Earth as rain, snow, etc.</a:t>
            </a:r>
          </a:p>
          <a:p>
            <a:pPr lvl="1"/>
            <a:r>
              <a:t>Collection: Water flows into rivers, lakes, and oceans.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Water Conservation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Take shorter showers.</a:t>
            </a:r>
          </a:p>
          <a:p>
            <a:pPr lvl="1"/>
            <a:r>
              <a:t>Fix leaky faucets.</a:t>
            </a:r>
          </a:p>
          <a:p>
            <a:pPr lvl="1"/>
            <a:r>
              <a:t>Water your lawn less often.</a:t>
            </a:r>
          </a:p>
          <a:p>
            <a:pPr lvl="1"/>
            <a:r>
              <a:t>Use water-efficient appliances.</a:t>
            </a:r>
          </a:p>
          <a:p>
            <a:pPr lvl="1"/>
            <a:r>
              <a:t>Support water conservation efforts.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7315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400">
                <a:solidFill>
                  <a:srgbClr val="000080"/>
                </a:solidFill>
              </a:defRPr>
            </a:pPr>
            <a:r>
              <a:t>Water is a precious resource. Let's protect it!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