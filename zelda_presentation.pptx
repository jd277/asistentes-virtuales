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 Legend of Zelda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Journey Through Hyrule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The Legend of Zelda?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beloved action-adventure video game series created by Shigeru Miyamoto and Takashi Tezuka.</a:t>
            </a:r>
          </a:p>
          <a:p>
            <a:pPr algn="l"/>
            <a:r>
              <a:t>Known for its exploration, puzzles, combat, and compelling storytelling.</a:t>
            </a:r>
          </a:p>
          <a:p>
            <a:pPr algn="l"/>
            <a:r>
              <a:t>Features recurring characters like Link, Zelda, and Ganon (Ganondorf).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Link: The Hero of Time, often tasked with saving Hyrule.</a:t>
            </a:r>
          </a:p>
          <a:p>
            <a:pPr algn="l"/>
            <a:r>
              <a:t>Zelda: The Princess of Hyrule, possesses wisdom and often magical powers.</a:t>
            </a:r>
          </a:p>
          <a:p>
            <a:pPr algn="l"/>
            <a:r>
              <a:t>Ganon (Ganondorf): The main antagonist, seeking power and control over Hyrule.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Recurring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Triforce: A sacred relic embodying power, wisdom, and courage.</a:t>
            </a:r>
          </a:p>
          <a:p>
            <a:pPr algn="l"/>
            <a:r>
              <a:t>The Master Sword: A legendary blade capable of vanquishing evil.</a:t>
            </a:r>
          </a:p>
          <a:p>
            <a:pPr algn="l"/>
            <a:r>
              <a:t>Hyrule: The kingdom where most Zelda games are set.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Popular Titles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Legend of Zelda: Ocarina of Time (Nintendo 64)</a:t>
            </a:r>
          </a:p>
          <a:p>
            <a:pPr algn="l"/>
            <a:r>
              <a:t>The Legend of Zelda: Breath of the Wild (Nintendo Switch)</a:t>
            </a:r>
          </a:p>
          <a:p>
            <a:pPr algn="l"/>
            <a:r>
              <a:t>The Legend of Zelda: A Link to the Past (Super Nintendo)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and Legacy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Legend of Zelda has had a profound impact on the video game industry.</a:t>
            </a:r>
          </a:p>
          <a:p>
            <a:pPr algn="l"/>
            <a:r>
              <a:t>It is renowned for its innovative gameplay, memorable characters, and captivating worlds.</a:t>
            </a:r>
          </a:p>
          <a:p>
            <a:pPr algn="l"/>
            <a:r>
              <a:t>The series continues to be a major influence on game design and storytelling.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>
                <a:solidFill>
                  <a:srgbClr val="0B0B0B"/>
                </a:solidFill>
              </a:defRPr>
            </a:pPr>
            <a:r>
              <a:t>Thank You!</a:t>
            </a:r>
          </a:p>
          <a:p>
            <a:pPr algn="ctr">
              <a:defRPr sz="4400">
                <a:solidFill>
                  <a:srgbClr val="0B0B0B"/>
                </a:solidFill>
              </a:defRPr>
            </a:pPr>
            <a:r>
              <a:t>Any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