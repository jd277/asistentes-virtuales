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Legend of Zelda: A Journey Through Hyrule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the Iconic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Legend of Zelda?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beloved action-adventure fantasy series created by Nintendo.</a:t>
            </a:r>
          </a:p>
          <a:p>
            <a:pPr algn="l"/>
            <a:r>
              <a:t>Follows the hero Link on his quest to save Princess Zelda and Hyrule from the evil Ganon (or Ganondorf).</a:t>
            </a:r>
          </a:p>
          <a:p>
            <a:pPr algn="l"/>
            <a:r>
              <a:t>Known for its exploration, puzzles, combat, and compelling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Link: The Hero of Hyrule, destined to wield the Master Sword and defeat evil.</a:t>
            </a:r>
          </a:p>
          <a:p>
            <a:pPr algn="l"/>
            <a:r>
              <a:t>Zelda: The Princess of Hyrule, often possessing wisdom and magical abilities.</a:t>
            </a:r>
          </a:p>
          <a:p>
            <a:pPr algn="l"/>
            <a:r>
              <a:t>Ganon/Ganondorf: The primary antagonist, a powerful sorcerer seeking to conquer Hyrule.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Gameplay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Exploration: Discovering Hyrule's vast landscapes, dungeons, and secrets.</a:t>
            </a:r>
          </a:p>
          <a:p>
            <a:pPr algn="l"/>
            <a:r>
              <a:t>Combat: Engaging enemies with swords, bows, and other weapons.</a:t>
            </a:r>
          </a:p>
          <a:p>
            <a:pPr algn="l"/>
            <a:r>
              <a:t>Puzzles: Solving intricate puzzles within dungeons and the overworld.</a:t>
            </a:r>
          </a:p>
          <a:p>
            <a:pPr algn="l"/>
            <a:r>
              <a:t>Items and Equipment: Collecting powerful items like the Hookshot, Bombs, and Bow.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Recurring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Triforce: A symbol of power, wisdom, and courage, often sought after by Ganon.</a:t>
            </a:r>
          </a:p>
          <a:p>
            <a:pPr algn="l"/>
            <a:r>
              <a:t>The Master Sword: The blade of evil's bane, capable of vanquishing Ganon.</a:t>
            </a:r>
          </a:p>
          <a:p>
            <a:pPr algn="l"/>
            <a:r>
              <a:t>The Cycle of Reincarnation: Link, Zelda, and Ganon are often reborn to repeat their 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Legend of Zelda (NES, 1986): The game that started it all.</a:t>
            </a:r>
          </a:p>
          <a:p>
            <a:pPr algn="l"/>
            <a:r>
              <a:t>The Legend of Zelda: Ocarina of Time (N64, 1998): Widely considered one of the greatest games of all time.</a:t>
            </a:r>
          </a:p>
          <a:p>
            <a:pPr algn="l"/>
            <a:r>
              <a:t>The Legend of Zelda: Breath of the Wild (Switch, 2017): A revolutionary open-world adventure.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The Legend of Zelda continues to captivate audiences with its timeless adventures and compelling characters. 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