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07067" y="634350"/>
            <a:ext cx="7766936" cy="1646302"/>
          </a:xfrm>
        </p:spPr>
        <p:txBody>
          <a:bodyPr/>
          <a:lstStyle/>
          <a:p>
            <a:pPr algn="l"/>
            <a:r>
              <a:rPr lang="es-ES" dirty="0" smtClean="0">
                <a:latin typeface="Baskerville Old Face" panose="02020602080505020303" pitchFamily="18" charset="0"/>
              </a:rPr>
              <a:t>El embarazo a temprana edad</a:t>
            </a:r>
            <a:endParaRPr lang="es-ES" dirty="0">
              <a:latin typeface="Baskerville Old Face" panose="02020602080505020303" pitchFamily="18" charset="0"/>
            </a:endParaRPr>
          </a:p>
        </p:txBody>
      </p:sp>
      <p:pic>
        <p:nvPicPr>
          <p:cNvPr id="2050" name="Picture 2" descr="Embarazos a temprana edad by Yurianis Margarita Calvo Barraza on Prez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110" y="2680798"/>
            <a:ext cx="451485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64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5651" y="587456"/>
            <a:ext cx="7766936" cy="1646302"/>
          </a:xfrm>
        </p:spPr>
        <p:txBody>
          <a:bodyPr/>
          <a:lstStyle/>
          <a:p>
            <a:pPr algn="l"/>
            <a:r>
              <a:rPr lang="es-ES" dirty="0" smtClean="0"/>
              <a:t>¿Qué es?</a:t>
            </a:r>
            <a:endParaRPr lang="es-ES" dirty="0"/>
          </a:p>
        </p:txBody>
      </p:sp>
      <p:pic>
        <p:nvPicPr>
          <p:cNvPr id="3078" name="Picture 6" descr="Alarmante aumento de embarazos en menores de 14 años en Ecuador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368" y="3324715"/>
            <a:ext cx="4330455" cy="270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45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00852" y="868811"/>
            <a:ext cx="7766936" cy="1646302"/>
          </a:xfrm>
        </p:spPr>
        <p:txBody>
          <a:bodyPr/>
          <a:lstStyle/>
          <a:p>
            <a:pPr algn="l"/>
            <a:r>
              <a:rPr lang="es-ES" sz="6000" dirty="0" smtClean="0"/>
              <a:t>Causas</a:t>
            </a:r>
            <a:endParaRPr lang="es-ES" sz="6000" dirty="0"/>
          </a:p>
        </p:txBody>
      </p:sp>
      <p:pic>
        <p:nvPicPr>
          <p:cNvPr id="4098" name="Picture 2" descr="Embarazos a edad tempra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246" y="3218499"/>
            <a:ext cx="3549405" cy="266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01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01560" y="751581"/>
            <a:ext cx="7766936" cy="1646302"/>
          </a:xfrm>
        </p:spPr>
        <p:txBody>
          <a:bodyPr/>
          <a:lstStyle/>
          <a:p>
            <a:pPr algn="l"/>
            <a:r>
              <a:rPr lang="es-ES" dirty="0" smtClean="0"/>
              <a:t>Riesgos</a:t>
            </a:r>
            <a:endParaRPr lang="es-ES" dirty="0"/>
          </a:p>
        </p:txBody>
      </p:sp>
      <p:pic>
        <p:nvPicPr>
          <p:cNvPr id="5122" name="Picture 2" descr="Riesgos y consecuencias de un embarazo a temprana e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560" y="3134214"/>
            <a:ext cx="5097504" cy="313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77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24344" y="399887"/>
            <a:ext cx="7766936" cy="1646302"/>
          </a:xfrm>
        </p:spPr>
        <p:txBody>
          <a:bodyPr/>
          <a:lstStyle/>
          <a:p>
            <a:pPr algn="l"/>
            <a:r>
              <a:rPr lang="es-ES" dirty="0" smtClean="0"/>
              <a:t>Prevención</a:t>
            </a:r>
            <a:endParaRPr lang="es-ES" dirty="0"/>
          </a:p>
        </p:txBody>
      </p:sp>
      <p:pic>
        <p:nvPicPr>
          <p:cNvPr id="6146" name="Picture 2" descr="enfermeria y embarazos: COMO PREVENIR UN EMBARAZO A TEMPRANA E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344" y="2820621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757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401559" y="1279118"/>
            <a:ext cx="7766936" cy="1646302"/>
          </a:xfrm>
        </p:spPr>
        <p:txBody>
          <a:bodyPr/>
          <a:lstStyle/>
          <a:p>
            <a:pPr algn="l"/>
            <a:r>
              <a:rPr lang="es-ES" sz="4400" dirty="0" smtClean="0"/>
              <a:t>Consejos para evitar el embarazo a temprana edad</a:t>
            </a:r>
            <a:endParaRPr lang="es-ES" sz="4400" dirty="0"/>
          </a:p>
        </p:txBody>
      </p:sp>
      <p:pic>
        <p:nvPicPr>
          <p:cNvPr id="1028" name="Picture 4" descr="7 formas de prevenir el embarazo en adolescentes ?- IEI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615" y="3039574"/>
            <a:ext cx="4492254" cy="273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5604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20</Words>
  <Application>Microsoft Office PowerPoint</Application>
  <PresentationFormat>Panorámica</PresentationFormat>
  <Paragraphs>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Baskerville Old Face</vt:lpstr>
      <vt:lpstr>Trebuchet MS</vt:lpstr>
      <vt:lpstr>Wingdings 3</vt:lpstr>
      <vt:lpstr>Faceta</vt:lpstr>
      <vt:lpstr>El embarazo a temprana edad</vt:lpstr>
      <vt:lpstr>¿Qué es?</vt:lpstr>
      <vt:lpstr>Causas</vt:lpstr>
      <vt:lpstr>Riesgos</vt:lpstr>
      <vt:lpstr>Prevención</vt:lpstr>
      <vt:lpstr>Consejos para evitar el embarazo a temprana edad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embarazo a temprana edad</dc:title>
  <dc:creator>Cuenta Microsoft</dc:creator>
  <cp:lastModifiedBy>Cuenta Microsoft</cp:lastModifiedBy>
  <cp:revision>4</cp:revision>
  <dcterms:created xsi:type="dcterms:W3CDTF">2025-03-14T00:07:17Z</dcterms:created>
  <dcterms:modified xsi:type="dcterms:W3CDTF">2025-03-14T01:52:00Z</dcterms:modified>
</cp:coreProperties>
</file>