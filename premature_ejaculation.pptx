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Premature Ejaculation: An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Understanding, Causes, and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What is Premature Ejaculation (PE)?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PE is defined as ejaculation that occurs sooner than desired, either before or shortly after penetration, causing distress or relationship difficulties.</a:t>
            </a:r>
          </a:p>
          <a:p>
            <a:r>
              <a:t>There is no specific time cutoff, but it is generally considered to be within 1-3 minutes of penetration.</a:t>
            </a:r>
          </a:p>
          <a:p>
            <a:r>
              <a:t>It is a common sexual dysfunction affecting men of all 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Types of Premature Ejaculation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Lifelong (Primary) PE: Present since the first sexual experiences.</a:t>
            </a:r>
          </a:p>
          <a:p>
            <a:r>
              <a:t>Acquired (Secondary) PE: Develops after a period of normal sexual function.</a:t>
            </a:r>
          </a:p>
          <a:p>
            <a:r>
              <a:t>Variable PE: Occurs occasionally and may be related to specific circumstances.</a:t>
            </a:r>
          </a:p>
          <a:p>
            <a:r>
              <a:t>Subjective PE: Individuals perceive that they ejaculate prematurely, even if their intravaginal ejaculatory latency time (IELT) is within the normal range.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Potential Causes of 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Psychological Factors: Anxiety, stress, relationship problems, performance anxiety, depression, guilt.</a:t>
            </a:r>
          </a:p>
          <a:p>
            <a:r>
              <a:t>Biological Factors: Abnormal hormone levels, abnormal neurotransmitter levels (e.g., serotonin), inflammation or infection of the prostate or urethra, inherited traits.</a:t>
            </a:r>
          </a:p>
          <a:p>
            <a:r>
              <a:t>Other Factors: Erectile dysfunction (ED), hypersensitivity of the penis.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Diagnosis of 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Medical History: Discussion of sexual history, symptoms, and any underlying medical conditions.</a:t>
            </a:r>
          </a:p>
          <a:p>
            <a:r>
              <a:t>Physical Exam: To rule out any underlying physical causes.</a:t>
            </a:r>
          </a:p>
          <a:p>
            <a:r>
              <a:t>Psychological Evaluation: To assess for anxiety, depression, or relationship issues.</a:t>
            </a:r>
          </a:p>
          <a:p>
            <a:r>
              <a:t>IELT Measurement (optional): While not always necessary, this can provide a more objective measure of ejaculatory latency.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Treatment Options for 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Behavioral Techniques: Start-stop technique, squeeze technique, pelvic floor exercises (Kegels).</a:t>
            </a:r>
          </a:p>
          <a:p>
            <a:r>
              <a:t>Topical Anesthetics: Creams or sprays containing lidocaine or prilocaine.</a:t>
            </a:r>
          </a:p>
          <a:p>
            <a:r>
              <a:t>Medications: Selective serotonin reuptake inhibitors (SSRIs), tricyclic antidepressants, tramadol.</a:t>
            </a:r>
          </a:p>
          <a:p>
            <a:r>
              <a:t>Psychotherapy: Cognitive behavioral therapy (CBT), couples therapy.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Lifestyle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Reduce stress and anxiety through relaxation techniques like meditation or yoga.</a:t>
            </a:r>
          </a:p>
          <a:p>
            <a:r>
              <a:t>Maintain a healthy lifestyle with regular exercise and a balanced diet.</a:t>
            </a:r>
          </a:p>
          <a:p>
            <a:r>
              <a:t>Communicate openly with your partner about your concerns and needs.</a:t>
            </a:r>
          </a:p>
          <a:p>
            <a:r>
              <a:t>Avoid excessive alcohol consumption and drug use.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When to Seek Professional Help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If PE is causing significant distress or relationship problems.</a:t>
            </a:r>
          </a:p>
          <a:p>
            <a:r>
              <a:t>If self-help measures are not effective.</a:t>
            </a:r>
          </a:p>
          <a:p>
            <a:r>
              <a:t>If you suspect an underlying medical or psychological condition.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PE is a treatable condition. With appropriate evaluation and management, individuals can experience improved sexual satisfaction and quality of life.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